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Slik henger forelesningen sammen med AI og Helse-repoet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019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2C6F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90195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A17"/>
                </a:solidFill>
                <a:latin typeface="Aptos"/>
              </a:rPr>
              <a:t>Notebook-basert kurs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0428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D524B"/>
                </a:solidFill>
                <a:latin typeface="Aptos"/>
              </a:rPr>
              <a:t>Repoet samler 46 notebooks med ukevis progresjon fra grunnbegreper til klinisk bruk, velferdsteknologi og etikk.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358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2E86C1"/>
                </a:solidFill>
                <a:latin typeface="Aptos"/>
              </a:rPr>
              <a:t>README.md og uke-README-er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9019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2C6F"/>
                </a:solidFill>
                <a:latin typeface="Aptos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90195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A17"/>
                </a:solidFill>
                <a:latin typeface="Aptos"/>
              </a:rPr>
              <a:t>Felles Colab-start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0428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D524B"/>
                </a:solidFill>
                <a:latin typeface="Aptos"/>
              </a:rPr>
              <a:t>Hver notebook starter med Colab-informasjon og en standard setup-celle for miljø, pakker og hjelpefunksjoner.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0358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2E86C1"/>
                </a:solidFill>
                <a:latin typeface="Aptos"/>
              </a:rPr>
              <a:t>COLAB_SETUP.md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3736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190195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2C6F"/>
                </a:solidFill>
                <a:latin typeface="Aptos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0195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A17"/>
                </a:solidFill>
                <a:latin typeface="Aptos"/>
              </a:rPr>
              <a:t>Trygg nøkkelhåndtering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30428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D524B"/>
                </a:solidFill>
                <a:latin typeface="Aptos"/>
              </a:rPr>
              <a:t>API-nøkler hentes fra Colab Secrets via userdata.get(...), eller fra miljøvariabler/.env ved lokal kjøring.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303580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2E86C1"/>
                </a:solidFill>
                <a:latin typeface="Aptos"/>
              </a:rPr>
              <a:t>Colab Secrets / .env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4048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0507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2C6F"/>
                </a:solidFill>
                <a:latin typeface="Aptos"/>
              </a:rPr>
              <a:t>uv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00507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A17"/>
                </a:solidFill>
                <a:latin typeface="Aptos"/>
              </a:rPr>
              <a:t>Lokal kjøring med uv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40740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D524B"/>
                </a:solidFill>
                <a:latin typeface="Aptos"/>
              </a:rPr>
              <a:t>uv er anbefalt lokalt for Mac, Linux og PC uten CUDA. Conda brukes primært ved CUDA/NVIDIA-behov.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1389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2E86C1"/>
                </a:solidFill>
                <a:latin typeface="Aptos"/>
              </a:rPr>
              <a:t>README.md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84048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400507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2C6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00507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A17"/>
                </a:solidFill>
                <a:latin typeface="Aptos"/>
              </a:rPr>
              <a:t>Verifisert startpunkt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40740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D524B"/>
                </a:solidFill>
                <a:latin typeface="Aptos"/>
              </a:rPr>
              <a:t>Uke 1 og uke 2 er kjørt og verifisert både lokalt og i Google Colab av kursansvarlig.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51389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2E86C1"/>
                </a:solidFill>
                <a:latin typeface="Aptos"/>
              </a:rPr>
              <a:t>COLAB_COMPATIBILITY_CHECKLIST.md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840480"/>
            <a:ext cx="31546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400507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2C6F"/>
                </a:solidFill>
                <a:latin typeface="Aptos"/>
              </a:rPr>
              <a:t>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400507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A17"/>
                </a:solidFill>
                <a:latin typeface="Aptos"/>
              </a:rPr>
              <a:t>Kompetanseprofil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6408" y="440740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D524B"/>
                </a:solidFill>
                <a:latin typeface="Aptos"/>
              </a:rPr>
              <a:t>Kurset bygger modellforståelse, praktisk bruk, kritisk evaluering, klinisk nytte, etikk og trygg implementering.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51389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2E86C1"/>
                </a:solidFill>
                <a:latin typeface="Aptos"/>
              </a:rPr>
              <a:t>docs/index.html og docs/om-kurset.html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https://github.com/arvidl/AI-og-helse | https://arvidl.github.io/AI-og-helse/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2C6F"/>
                </a:solidFill>
                <a:latin typeface="Aptos"/>
              </a:rPr>
              <a:t>Avslutning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1A17"/>
                </a:solidFill>
                <a:latin typeface="Aptos Display"/>
              </a:rPr>
              <a:t>Hvordan bruke repoet videre etter forelesningen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789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149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Start på kursnettsiden for en ryddig inngang til ukeoversikt, ressurser og anbefalte Colab-startpunkter.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Velg én notebook og utforsk den i Google Colab; setup-cellen øverst håndterer miljøet og notebook-spesifikke avhengigheter.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Hvis du jobber lokalt, bruk uv som standardoppsett. Bruk conda særlig når CUDA/NVIDIA er nødvendig.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1A17"/>
                </a:solidFill>
                <a:latin typeface="Aptos"/>
              </a:rPr>
              <a:t>Bruk sjekklistene og uke 6-8 når nye AI-verktøy skal vurderes for klinisk nytte, risiko, etikk og implementering.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D524B"/>
                </a:solidFill>
                <a:latin typeface="Aptos"/>
              </a:rPr>
              <a:t>Referanser i repoet: docs/index.html | COLAB_SETUP.md | COLAB_COMPATIBILITY_CHECKLIST.md |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